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Mastery Levels Analysis - Grade 1</a:t>
            </a:r>
          </a:p>
        </p:txBody>
      </p:sp>
      <p:pic>
        <p:nvPicPr>
          <p:cNvPr id="3" name="Picture 2" descr="grade_1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68680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Mastery Levels Analysis - Grade 2</a:t>
            </a:r>
          </a:p>
        </p:txBody>
      </p:sp>
      <p:pic>
        <p:nvPicPr>
          <p:cNvPr id="3" name="Picture 2" descr="grade_2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68680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Mastery Levels Analysis - Grade 3</a:t>
            </a:r>
          </a:p>
        </p:txBody>
      </p:sp>
      <p:pic>
        <p:nvPicPr>
          <p:cNvPr id="3" name="Picture 2" descr="grade_3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68680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Mastery Levels Analysis - Grade 4</a:t>
            </a:r>
          </a:p>
        </p:txBody>
      </p:sp>
      <p:pic>
        <p:nvPicPr>
          <p:cNvPr id="3" name="Picture 2" descr="grade_4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68680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Mastery Levels Analysis - Grade 5</a:t>
            </a:r>
          </a:p>
        </p:txBody>
      </p:sp>
      <p:pic>
        <p:nvPicPr>
          <p:cNvPr id="3" name="Picture 2" descr="grade_5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68680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Mastery Levels Analysis - Grade 6</a:t>
            </a:r>
          </a:p>
        </p:txBody>
      </p:sp>
      <p:pic>
        <p:nvPicPr>
          <p:cNvPr id="3" name="Picture 2" descr="grade_6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68680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Mastery Levels Analysis - Grade 7</a:t>
            </a:r>
          </a:p>
        </p:txBody>
      </p:sp>
      <p:pic>
        <p:nvPicPr>
          <p:cNvPr id="3" name="Picture 2" descr="grade_7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68680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Mastery Levels Analysis - Grade 8</a:t>
            </a:r>
          </a:p>
        </p:txBody>
      </p:sp>
      <p:pic>
        <p:nvPicPr>
          <p:cNvPr id="3" name="Picture 2" descr="grade_8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68680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Mastery Levels Analysis - Grade 9</a:t>
            </a:r>
          </a:p>
        </p:txBody>
      </p:sp>
      <p:pic>
        <p:nvPicPr>
          <p:cNvPr id="3" name="Picture 2" descr="grade_9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68680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Mastery Levels Analysis - Grade 10</a:t>
            </a:r>
          </a:p>
        </p:txBody>
      </p:sp>
      <p:pic>
        <p:nvPicPr>
          <p:cNvPr id="3" name="Picture 2" descr="grade_10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68680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 Performance - Grade 1 -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give/explain the meaning of words in context.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Q3, Q4, Q5, Q7, Q8, Q9, Q10, Q11, Q12, Q13, Q15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51 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identify/explain how information/narrative content is related and contributes to meanings as a whole.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65 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make comparisons within the text.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70 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retrieve and record information/identify key details from fiction and non-fiction.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Q6, Q14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78 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 Performance - Grade 1 -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3250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Compare 2-3 objects using terms like tall/short, heavy/light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Q7, Q15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87 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Compares numbers using more, less, and equal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74 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Match and name basic shapes; use positional words like “on”, “under”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Q8, Q9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71 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Recognize coins and notes through play/poems/stories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Q10, Q14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84 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Repeat simple AB/ABC patterns using objects, sounds, movements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85 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Sort objects by color, size, shape (2-3 categories)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66 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Understands and applies the concept of zero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77 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Use terms like more/less/same up to 5 objects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Q3, Q4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86 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Use vocabulary: today, tomorrow, yesterday; identify day/night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Q5, Q6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71 </a:t>
                      </a:r>
                    </a:p>
                  </a:txBody>
                  <a:tcPr/>
                </a:tc>
              </a:tr>
              <a:tr h="33251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Uses symbols ‘+’ and ‘=’ in addition sentences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83 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 Performance - Grade 2 -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comprehend literal information.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77 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give/explain the meaning of words in context.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Q3, Q4, Q5, Q7, Q8, Q9, Q10, Q12, Q14, Q15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58 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identify/explain how information/narrative content is related and contributes to meanings as a whole.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64 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make comparisons within the text.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92 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retrieve and record information/identify key details from fiction and non-fiction.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Q6, Q11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82 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 Performance - Grade 2 -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04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Compare 2-3 objects using terms like tall/short, heavy/light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Q6, Q15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90 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Compares numbers using more, less, and equal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77 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Match and name basic shapes; use positional words like “on”, “under”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Q7, Q8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70 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Recognize coins and notes through play/poems/stories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Q9, Q14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94 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Repeat simple AB/ABC patterns using objects, sounds, movements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85 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Sort objects by color, size, shape (2-3 categories)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69 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Understands and applies the concept of zero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95 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Understands and performs subtraction using real contexts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87 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Use terms like more/less/same up to 5 objects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85 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Use vocabulary: today, tomorrow, yesterday; identify day/night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Q4, Q5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70 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Uses symbols ‘+’ and ‘=’ in addition sentences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87 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 Performance - Grade 3 -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1219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/>
                </a:tc>
              </a:tr>
              <a:tr h="12192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Antonym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Q13, Q14, Q15, Q16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70 </a:t>
                      </a:r>
                    </a:p>
                  </a:txBody>
                  <a:tcPr/>
                </a:tc>
              </a:tr>
              <a:tr h="12192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give/explain the meaning of words in context.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Q1, Q2, Q3, Q4, Q5, Q6, Q7, Q8, Q9, Q10, Q11, Q12, Q17, Q18, Q19, Q20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70 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 Performance - Grade 3 -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26125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Adds numbers using real objects and illustrations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43 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Adds two-digit numbers using place value and real objects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Q18, Q20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76 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Compare 2-3 objects using terms like tall/short, heavy/light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92 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Compares two-digit numbers using place value concepts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Q15, Q16, Q17, Q19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69 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Match and name basic shapes; use positional words like “on”, “under”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81 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Recognize coins and notes through play/poems/stories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Q8, Q13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86 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Repeat simple AB/ABC patterns using objects, sounds, movements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92 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Sort objects by color, size, shape (2-3 categories)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78 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Understands and applies the concept of zero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78 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Understands and performs subtraction using real contexts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35 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Use terms like more/less/same up to 5 objects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76 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Use vocabulary: today, tomorrow, yesterday; identify day/night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Q4, Q5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77 </a:t>
                      </a:r>
                    </a:p>
                  </a:txBody>
                  <a:tcPr/>
                </a:tc>
              </a:tr>
              <a:tr h="26125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Uses symbols ‘+’ and ‘=’ in addition sentences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Q10, Q11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77 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 Performance - Grade 4 -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Noun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Q11, Q12, Q13, Q14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55 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Punctuation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Q6, Q7, Q8, Q9, Q10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55 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give/explain the meaning of words in context.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Q16, Q17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46 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retrieve and record information/identify key details from fiction and non-fiction.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Q1, Q2, Q3, Q4, Q5, Q15, Q18, Q19, Q20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48 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 Performance - Grade 4 -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203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/>
                </a:tc>
              </a:tr>
              <a:tr h="2032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Arranges numbers in increasing order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Q5, Q6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43 </a:t>
                      </a:r>
                    </a:p>
                  </a:txBody>
                  <a:tcPr/>
                </a:tc>
              </a:tr>
              <a:tr h="2032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Capacity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50 </a:t>
                      </a:r>
                    </a:p>
                  </a:txBody>
                  <a:tcPr/>
                </a:tc>
              </a:tr>
              <a:tr h="2032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Compares two-digit numbers using place value concepts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76 </a:t>
                      </a:r>
                    </a:p>
                  </a:txBody>
                  <a:tcPr/>
                </a:tc>
              </a:tr>
              <a:tr h="2032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Estimation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69 </a:t>
                      </a:r>
                    </a:p>
                  </a:txBody>
                  <a:tcPr/>
                </a:tc>
              </a:tr>
              <a:tr h="2032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Match and name basic shapes; use positional words like “on”, “under”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71 </a:t>
                      </a:r>
                    </a:p>
                  </a:txBody>
                  <a:tcPr/>
                </a:tc>
              </a:tr>
              <a:tr h="2032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Mixed operations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55 </a:t>
                      </a:r>
                    </a:p>
                  </a:txBody>
                  <a:tcPr/>
                </a:tc>
              </a:tr>
              <a:tr h="2032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Pictographs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45 </a:t>
                      </a:r>
                    </a:p>
                  </a:txBody>
                  <a:tcPr/>
                </a:tc>
              </a:tr>
              <a:tr h="2032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Recognize coins and notes through play/poems/stories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83 </a:t>
                      </a:r>
                    </a:p>
                  </a:txBody>
                  <a:tcPr/>
                </a:tc>
              </a:tr>
              <a:tr h="2032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Solving Multiplication problems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55 </a:t>
                      </a:r>
                    </a:p>
                  </a:txBody>
                  <a:tcPr/>
                </a:tc>
              </a:tr>
              <a:tr h="2032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Understands and applies basic addition and subtraction in money-related contexts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67 </a:t>
                      </a:r>
                    </a:p>
                  </a:txBody>
                  <a:tcPr/>
                </a:tc>
              </a:tr>
              <a:tr h="2032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Understands and applies place value using tens and ones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71 </a:t>
                      </a:r>
                    </a:p>
                  </a:txBody>
                  <a:tcPr/>
                </a:tc>
              </a:tr>
              <a:tr h="2032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Understands and applies the concept of zero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33 </a:t>
                      </a:r>
                    </a:p>
                  </a:txBody>
                  <a:tcPr/>
                </a:tc>
              </a:tr>
              <a:tr h="2032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Understands and uses place value for two-digit numbers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Q13, Q14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62 </a:t>
                      </a:r>
                    </a:p>
                  </a:txBody>
                  <a:tcPr/>
                </a:tc>
              </a:tr>
              <a:tr h="2032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Use terms like more/less/same up to 5 objects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76 </a:t>
                      </a:r>
                    </a:p>
                  </a:txBody>
                  <a:tcPr/>
                </a:tc>
              </a:tr>
              <a:tr h="2032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Use vocabulary: today, tomorrow, yesterday; identify day/night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Q8, Q9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61 </a:t>
                      </a:r>
                    </a:p>
                  </a:txBody>
                  <a:tcPr/>
                </a:tc>
              </a:tr>
              <a:tr h="2032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Uses symbols ‘+’ and ‘=’ in addition sentences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81 </a:t>
                      </a:r>
                    </a:p>
                  </a:txBody>
                  <a:tcPr/>
                </a:tc>
              </a:tr>
              <a:tr h="2032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Weight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Q20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57 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 Performance - Grade 5 -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Noun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Q8, Q9, Q10, Q11, Q12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28 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Sentence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Q4, Q5, Q6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24 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give/explain the meaning of words in context.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Q7, Q17, Q18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51 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retrieve and record information/identify key details from fiction and non-fiction.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Q1, Q2, Q3, Q13, Q14, Q15, Q16, Q19, Q20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48 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 Performance - Grade 5 -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26125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Addition and Subtraction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Q11, Q12, Q13, Q20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72 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Compares two-digit numbers using place value concepts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Q8, Q10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70 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Division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Q17, Q18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60 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Fractional Numbers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23 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Length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56 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Match and name basic shapes; use positional words like “on”, “under”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85 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Measurement (Weight)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51 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Multiplication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59 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Recognizes and writes numbers up to 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Q4, Q5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80 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Solves simple word problems involving money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77 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Understands and applies the concept of zero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82 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Use vocabulary: today, tomorrow, yesterday; identify day/night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Q1, Q2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74 </a:t>
                      </a:r>
                    </a:p>
                  </a:txBody>
                  <a:tcPr/>
                </a:tc>
              </a:tr>
              <a:tr h="26125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Weight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77 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 Performance - Grade 6 -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2286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Adverb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67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Antonym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76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Masculine-Feminine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42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Noun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Q8, Q19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40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Parts of Speech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76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Pronoun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55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Punctuation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52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Rhyming Words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42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Root Word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73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Sentence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Q1, Q9, Q12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47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identify/explain how information/narrative content is related and contributes to meanings as a whole.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48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identify/explain how meaning is enhanced through choice of words and phrases.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Q2, Q15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34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make comparisons within the text.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Q3, Q17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22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make inferences from the text/explain and justify inferences with evidence from the text.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67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Verb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Q20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52 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 Performance - Grade 6 -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19250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/>
                </a:tc>
              </a:tr>
              <a:tr h="19250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Addition and Subtraction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Q6, Q20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76 </a:t>
                      </a:r>
                    </a:p>
                  </a:txBody>
                  <a:tcPr/>
                </a:tc>
              </a:tr>
              <a:tr h="19250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Compares two-digit numbers using place value concepts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45 </a:t>
                      </a:r>
                    </a:p>
                  </a:txBody>
                  <a:tcPr/>
                </a:tc>
              </a:tr>
              <a:tr h="19250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Comparing Numbers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48 </a:t>
                      </a:r>
                    </a:p>
                  </a:txBody>
                  <a:tcPr/>
                </a:tc>
              </a:tr>
              <a:tr h="19250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Conversions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67 </a:t>
                      </a:r>
                    </a:p>
                  </a:txBody>
                  <a:tcPr/>
                </a:tc>
              </a:tr>
              <a:tr h="19250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Data Handling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70 </a:t>
                      </a:r>
                    </a:p>
                  </a:txBody>
                  <a:tcPr/>
                </a:tc>
              </a:tr>
              <a:tr h="19250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Expanding Numbers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67 </a:t>
                      </a:r>
                    </a:p>
                  </a:txBody>
                  <a:tcPr/>
                </a:tc>
              </a:tr>
              <a:tr h="19250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Explains regrouping while adding/subtracting 2-digit numbers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55 </a:t>
                      </a:r>
                    </a:p>
                  </a:txBody>
                  <a:tcPr/>
                </a:tc>
              </a:tr>
              <a:tr h="19250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Fractional Numbers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70 </a:t>
                      </a:r>
                    </a:p>
                  </a:txBody>
                  <a:tcPr/>
                </a:tc>
              </a:tr>
              <a:tr h="19250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Identifies and differentiates 2D shapes in real life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Q3, Q4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64 </a:t>
                      </a:r>
                    </a:p>
                  </a:txBody>
                  <a:tcPr/>
                </a:tc>
              </a:tr>
              <a:tr h="19250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Like and Unlike Fractions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64 </a:t>
                      </a:r>
                    </a:p>
                  </a:txBody>
                  <a:tcPr/>
                </a:tc>
              </a:tr>
              <a:tr h="19250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Measurement (Weight)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76 </a:t>
                      </a:r>
                    </a:p>
                  </a:txBody>
                  <a:tcPr/>
                </a:tc>
              </a:tr>
              <a:tr h="19250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Mixed operations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58 </a:t>
                      </a:r>
                    </a:p>
                  </a:txBody>
                  <a:tcPr/>
                </a:tc>
              </a:tr>
              <a:tr h="19250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Numbers up to 10,000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61 </a:t>
                      </a:r>
                    </a:p>
                  </a:txBody>
                  <a:tcPr/>
                </a:tc>
              </a:tr>
              <a:tr h="19250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Perimeters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12 </a:t>
                      </a:r>
                    </a:p>
                  </a:txBody>
                  <a:tcPr/>
                </a:tc>
              </a:tr>
              <a:tr h="19250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Right Angles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61 </a:t>
                      </a:r>
                    </a:p>
                  </a:txBody>
                  <a:tcPr/>
                </a:tc>
              </a:tr>
              <a:tr h="19250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Shapes and Spatial Understanding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39 </a:t>
                      </a:r>
                    </a:p>
                  </a:txBody>
                  <a:tcPr/>
                </a:tc>
              </a:tr>
              <a:tr h="19250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Solving Multiplication problems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88 </a:t>
                      </a:r>
                    </a:p>
                  </a:txBody>
                  <a:tcPr/>
                </a:tc>
              </a:tr>
              <a:tr h="19251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Understands and applies place value using tens and ones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64 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 Performance - Grade 7 -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Adjective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22 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Conjunction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Q7, Q10, Q17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32 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Homophone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Q11, Q18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25 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Noun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39 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Pronoun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50 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Punctuation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33 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Sentence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Q1, Q2, Q3, Q6, Q15, Q16, Q20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36 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Tense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44 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give/explain the meaning of words in context.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Q8, Q9, Q12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37 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 Performance - Grade 7 -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2286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Addition and Subtraction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Q8, Q9, Q11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44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Capacity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72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Comparing Decimals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17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Concept of Kilogram and Quintal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67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Differentiates between longer and shorter paths or objects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89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Division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44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Improper and Mixed Fractions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Q12, Q13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42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Large Numbers in Practice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17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Measurement (Length)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67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Perimeters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28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Shapes and Spatial Understanding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56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Solving Multiplication problems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67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Understands and applies place value using tens and ones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Q1, Q15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50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Understands and applies the concept of multiplication as repeated addition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Q2, Q20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61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Weight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78 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 Performance - Grade 8 -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Adjective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25 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Conjunction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Q7, Q10, Q17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56 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Homophone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Q11, Q18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34 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Noun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50 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Pronoun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44 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Punctuation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19 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Sentence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Q1, Q2, Q3, Q6, Q15, Q16, Q20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36 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Tense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38 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give/explain the meaning of words in context.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Q8, Q9, Q12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25 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 Performance - Grade 8 -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2286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Addition and Subtraction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Q8, Q9, Q11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66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Capacity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81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Comparing Decimals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12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Concept of Kilogram and Quintal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56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Differentiates between longer and shorter paths or objects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88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Division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69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Improper and Mixed Fractions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Q12, Q13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34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Large Numbers in Practice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25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Measurement (Length)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69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Perimeters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19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Shapes and Spatial Understanding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44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Solving Multiplication problems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75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Understands and applies place value using tens and ones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Q1, Q15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66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Understands and applies the concept of multiplication as repeated addition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Q2, Q20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78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Weight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62 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 Performance - Grade 9 -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Adjective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32 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Conjunction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Q7, Q10, Q17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49 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Homophone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Q11, Q18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42 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Noun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47 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Pronoun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47 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Punctuation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58 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Sentence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Q1, Q2, Q3, Q6, Q15, Q16, Q20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43 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Tense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53 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give/explain the meaning of words in context.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Q8, Q9, Q12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49 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 Performance - Grade 9 -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2286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Addition and Subtraction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Q8, Q9, Q11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73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Capacity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89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Comparing Decimals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58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Concept of Kilogram and Quintal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68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Differentiates between longer and shorter paths or objects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89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Division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74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Improper and Mixed Fractions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Q12, Q13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50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Large Numbers in Practice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47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Measurement (Length)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79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Perimeters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26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Shapes and Spatial Understanding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68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Solving Multiplication problems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89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Understands and applies place value using tens and ones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Q1, Q15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79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Understands and applies the concept of multiplication as repeated addition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Q2, Q20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82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Weight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84 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 Performance - Grade 10 -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Adjective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100 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Conjunction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Q7, Q10, Q17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67 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Homophone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Q11, Q18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100 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Noun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100 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Pronoun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100 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Punctuation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100 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Sentence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Q1, Q2, Q3, Q6, Q15, Q16, Q20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86 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Tense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100 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give/explain the meaning of words in context.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Q8, Q9, Q12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67 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 Performance - Grade 10 -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2286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Addition and Subtraction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Q8, Q9, Q11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100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Capacity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100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Comparing Decimals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0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Concept of Kilogram and Quintal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100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Differentiates between longer and shorter paths or objects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100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Division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100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Improper and Mixed Fractions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Q12, Q13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100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Large Numbers in Practice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0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Measurement (Length)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100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Perimeters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0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Shapes and Spatial Understanding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100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Solving Multiplication problems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100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Understands and applies place value using tens and ones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Q1, Q15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100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Understands and applies the concept of multiplication as repeated addition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Q2, Q20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100 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Weight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100 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