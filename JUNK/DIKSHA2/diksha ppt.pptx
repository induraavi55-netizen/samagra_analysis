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L0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0 (39%)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BC5-40AE-9565-2638DB8F2D1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IN"/>
                      <a:t>0 (12%)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BC5-40AE-9565-2638DB8F2D1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BC5-40AE-9565-2638DB8F2D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L1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0 (61%)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BC5-40AE-9565-2638DB8F2D1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IN"/>
                      <a:t>0 (88%)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BC5-40AE-9565-2638DB8F2D1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61</c:v>
                </c:pt>
                <c:pt idx="1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BC5-40AE-9565-2638DB8F2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L0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0 (26%)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B79-4E7F-90EA-23E93CCEEA4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IN"/>
                      <a:t>0 (8%)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B79-4E7F-90EA-23E93CCEEA4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79-4E7F-90EA-23E93CCEEA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L1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0 (74%)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B79-4E7F-90EA-23E93CCEEA4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IN"/>
                      <a:t>0 (92%)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B79-4E7F-90EA-23E93CCEEA4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74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B79-4E7F-90EA-23E93CCEEA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L0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0 (32%)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E16-426A-9053-139A4BD8AD5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IN"/>
                      <a:t>0 (11%)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E16-426A-9053-139A4BD8AD5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16-426A-9053-139A4BD8AD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L1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0 (24%)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E16-426A-9053-139A4BD8AD5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IN"/>
                      <a:t>0 (41%)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E16-426A-9053-139A4BD8AD5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</c:v>
                </c:pt>
                <c:pt idx="1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E16-426A-9053-139A4BD8AD5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L2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0 (43%)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E16-426A-9053-139A4BD8AD5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IN"/>
                      <a:t>0 (49%)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E16-426A-9053-139A4BD8AD5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43</c:v>
                </c:pt>
                <c:pt idx="1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16-426A-9053-139A4BD8AD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L0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 (43%)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F9D-4A54-84C0-45AD421A007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 (21%)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F9D-4A54-84C0-45AD421A007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9D-4A54-84C0-45AD421A00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L1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 (36%)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F9D-4A54-84C0-45AD421A007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 (52%)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F9D-4A54-84C0-45AD421A007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F9D-4A54-84C0-45AD421A00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L2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BF9D-4A54-84C0-45AD421A007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 (5%)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F9D-4A54-84C0-45AD421A007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F9D-4A54-84C0-45AD421A007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L3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 (21%)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BF9D-4A54-84C0-45AD421A007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 (21%)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BF9D-4A54-84C0-45AD421A007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21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BF9D-4A54-84C0-45AD421A00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L0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 (92%)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38B-4CE4-BBE7-FE92C0F3A9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 (18%)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38B-4CE4-BBE7-FE92C0F3A9D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8B-4CE4-BBE7-FE92C0F3A9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L1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 (5%)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38B-4CE4-BBE7-FE92C0F3A9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 (13%)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38B-4CE4-BBE7-FE92C0F3A9D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</c:v>
                </c:pt>
                <c:pt idx="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38B-4CE4-BBE7-FE92C0F3A9D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L2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38B-4CE4-BBE7-FE92C0F3A9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 (10%)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38B-4CE4-BBE7-FE92C0F3A9D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38B-4CE4-BBE7-FE92C0F3A9D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L3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 (3%)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38B-4CE4-BBE7-FE92C0F3A9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 (13%)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38B-4CE4-BBE7-FE92C0F3A9D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</c:v>
                </c:pt>
                <c:pt idx="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338B-4CE4-BBE7-FE92C0F3A9D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L4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338B-4CE4-BBE7-FE92C0F3A9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 (46%)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338B-4CE4-BBE7-FE92C0F3A9D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0</c:v>
                </c:pt>
                <c:pt idx="1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38B-4CE4-BBE7-FE92C0F3A9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L0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(79%)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655-498E-B354-357E4BF8BD4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(24%)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655-498E-B354-357E4BF8BD4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</c:v>
                </c:pt>
                <c:pt idx="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55-498E-B354-357E4BF8BD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L1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(15%)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655-498E-B354-357E4BF8BD4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655-498E-B354-357E4BF8BD4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655-498E-B354-357E4BF8BD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L2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endParaRPr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655-498E-B354-357E4BF8BD4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(18%)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655-498E-B354-357E4BF8BD4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655-498E-B354-357E4BF8BD4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L3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endParaRPr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655-498E-B354-357E4BF8BD4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(12%)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655-498E-B354-357E4BF8BD4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3655-498E-B354-357E4BF8BD4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L4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(6%)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3655-498E-B354-357E4BF8BD4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3655-498E-B354-357E4BF8BD4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6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655-498E-B354-357E4BF8BD42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L5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endParaRPr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3655-498E-B354-357E4BF8BD4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(42%)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3655-498E-B354-357E4BF8BD4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0</c:v>
                </c:pt>
                <c:pt idx="1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3655-498E-B354-357E4BF8BD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L0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(39%)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A07-4B11-A513-03202A68B0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(28%)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A07-4B11-A513-03202A68B0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</c:v>
                </c:pt>
                <c:pt idx="1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07-4B11-A513-03202A68B0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(50%)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A07-4B11-A513-03202A68B0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(22%)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A07-4B11-A513-03202A68B0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A07-4B11-A513-03202A68B0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L3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endParaRPr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A07-4B11-A513-03202A68B0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(11%)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A07-4B11-A513-03202A68B0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A07-4B11-A513-03202A68B08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L4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(6%)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A07-4B11-A513-03202A68B0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(17%)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6A07-4B11-A513-03202A68B0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6A07-4B11-A513-03202A68B08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L5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endParaRPr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6A07-4B11-A513-03202A68B0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(17%)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6A07-4B11-A513-03202A68B0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0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A07-4B11-A513-03202A68B08A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L6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(6%)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6A07-4B11-A513-03202A68B0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(6%)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6A07-4B11-A513-03202A68B0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6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6A07-4B11-A513-03202A68B0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L0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(44%)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AEB-4777-ACE0-A5B588BAED4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(19%)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AEB-4777-ACE0-A5B588BAED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EB-4777-ACE0-A5B588BAED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(50%)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AEB-4777-ACE0-A5B588BAED4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(12%)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AEB-4777-ACE0-A5B588BAED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AEB-4777-ACE0-A5B588BAED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L3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endParaRPr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AEB-4777-ACE0-A5B588BAED4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(31%)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AEB-4777-ACE0-A5B588BAED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AEB-4777-ACE0-A5B588BAED4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L4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endParaRPr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AEB-4777-ACE0-A5B588BAED4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(6%)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AEB-4777-ACE0-A5B588BAED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5AEB-4777-ACE0-A5B588BAED4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L5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(6%)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5AEB-4777-ACE0-A5B588BAED4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(31%)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5AEB-4777-ACE0-A5B588BAED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6</c:v>
                </c:pt>
                <c:pt idx="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AEB-4777-ACE0-A5B588BAED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L0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(37%)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69D-4C3F-B087-8ACD628EB8A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(16%)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69D-4C3F-B087-8ACD628EB8A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9D-4C3F-B087-8ACD628EB8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(26%)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69D-4C3F-B087-8ACD628EB8A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69D-4C3F-B087-8ACD628EB8A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69D-4C3F-B087-8ACD628EB8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L3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(21%)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69D-4C3F-B087-8ACD628EB8A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(16%)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69D-4C3F-B087-8ACD628EB8A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21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69D-4C3F-B087-8ACD628EB8A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L4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69D-4C3F-B087-8ACD628EB8A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869D-4C3F-B087-8ACD628EB8A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69D-4C3F-B087-8ACD628EB8A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L5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endParaRPr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869D-4C3F-B087-8ACD628EB8A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(26%)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69D-4C3F-B087-8ACD628EB8A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0</c:v>
                </c:pt>
                <c:pt idx="1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69D-4C3F-B087-8ACD628EB8AD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L6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(11%)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869D-4C3F-B087-8ACD628EB8A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(32%)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869D-4C3F-B087-8ACD628EB8A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11</c:v>
                </c:pt>
                <c:pt idx="1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869D-4C3F-B087-8ACD628EB8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L5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endParaRPr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3FE-4477-8BBB-EB2B397CA20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0 (100%)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3FE-4477-8BBB-EB2B397CA20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FE-4477-8BBB-EB2B397CA2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L6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t>0 (100%)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3FE-4477-8BBB-EB2B397CA20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3FE-4477-8BBB-EB2B397CA20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English</c:v>
                </c:pt>
                <c:pt idx="1">
                  <c:v>Mathematics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3FE-4477-8BBB-EB2B397CA2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Grade - 2 - English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DIKSHA FOUNDATION  KHEL BIHTA</c:v>
                </c:pt>
                <c:pt idx="1">
                  <c:v>DIKSHA FOUNDATION  KHEL PATNA</c:v>
                </c:pt>
                <c:pt idx="2">
                  <c:v>DIKSHA FOUNDATION SARAI RANJAN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73</c:v>
                </c:pt>
                <c:pt idx="2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F5-4EB1-9AF2-26FE24E39D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Grade - 2 - Mathematics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DIKSHA FOUNDATION  KHEL BIHTA</c:v>
                </c:pt>
                <c:pt idx="1">
                  <c:v>DIKSHA FOUNDATION  KHEL PATNA</c:v>
                </c:pt>
                <c:pt idx="2">
                  <c:v>DIKSHA FOUNDATION SARAI RANJAN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</c:v>
                </c:pt>
                <c:pt idx="1">
                  <c:v>82</c:v>
                </c:pt>
                <c:pt idx="2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F5-4EB1-9AF2-26FE24E39D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Grade - 3 - English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DIKSHA FOUNDATION  KHEL BIHTA</c:v>
                </c:pt>
                <c:pt idx="1">
                  <c:v>DIKSHA FOUNDATION  KHEL PATNA</c:v>
                </c:pt>
                <c:pt idx="2">
                  <c:v>DIKSHA FOUNDATION SARAI RANJAN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82</c:v>
                </c:pt>
                <c:pt idx="2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75-4F36-901A-325DC3AB49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Grade - 3 - Mathematics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DIKSHA FOUNDATION  KHEL BIHTA</c:v>
                </c:pt>
                <c:pt idx="1">
                  <c:v>DIKSHA FOUNDATION  KHEL PATNA</c:v>
                </c:pt>
                <c:pt idx="2">
                  <c:v>DIKSHA FOUNDATION SARAI RANJAN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77</c:v>
                </c:pt>
                <c:pt idx="1">
                  <c:v>85</c:v>
                </c:pt>
                <c:pt idx="2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75-4F36-901A-325DC3AB49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Grade - 4 - English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DIKSHA FOUNDATION  KHEL BIHTA</c:v>
                </c:pt>
                <c:pt idx="1">
                  <c:v>DIKSHA FOUNDATION  KHEL PATNA</c:v>
                </c:pt>
                <c:pt idx="2">
                  <c:v>DIKSHA FOUNDATION SARAI RANJAN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</c:v>
                </c:pt>
                <c:pt idx="1">
                  <c:v>70</c:v>
                </c:pt>
                <c:pt idx="2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76-4F28-8971-737D55FE5A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Grade - 4 - Mathematics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DIKSHA FOUNDATION  KHEL BIHTA</c:v>
                </c:pt>
                <c:pt idx="1">
                  <c:v>DIKSHA FOUNDATION  KHEL PATNA</c:v>
                </c:pt>
                <c:pt idx="2">
                  <c:v>DIKSHA FOUNDATION SARAI RANJAN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62</c:v>
                </c:pt>
                <c:pt idx="1">
                  <c:v>58</c:v>
                </c:pt>
                <c:pt idx="2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76-4F28-8971-737D55FE5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Grade - 5 - English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DIKSHA FOUNDATION  KHEL BIHTA</c:v>
                </c:pt>
                <c:pt idx="1">
                  <c:v>DIKSHA FOUNDATION  KHEL PATNA</c:v>
                </c:pt>
                <c:pt idx="2">
                  <c:v>DIKSHA FOUNDATION SARAI RANJAN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44</c:v>
                </c:pt>
                <c:pt idx="2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C7-4E82-BB68-F0CF9DBDD9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Grade - 5 - Mathematics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DIKSHA FOUNDATION  KHEL BIHTA</c:v>
                </c:pt>
                <c:pt idx="1">
                  <c:v>DIKSHA FOUNDATION  KHEL PATNA</c:v>
                </c:pt>
                <c:pt idx="2">
                  <c:v>DIKSHA FOUNDATION SARAI RANJAN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</c:v>
                </c:pt>
                <c:pt idx="1">
                  <c:v>76</c:v>
                </c:pt>
                <c:pt idx="2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C7-4E82-BB68-F0CF9DBDD9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Grade - 6 - English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DIKSHA FOUNDATION  KHEL BIHTA</c:v>
                </c:pt>
                <c:pt idx="1">
                  <c:v>DIKSHA FOUNDATION SARAI RANJAN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</c:v>
                </c:pt>
                <c:pt idx="1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86-44AA-8729-E7E5A35DC6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Grade - 6 - Mathematics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DIKSHA FOUNDATION  KHEL BIHTA</c:v>
                </c:pt>
                <c:pt idx="1">
                  <c:v>DIKSHA FOUNDATION SARAI RANJAN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66</c:v>
                </c:pt>
                <c:pt idx="1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86-44AA-8729-E7E5A35DC6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Grade - 7 - English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DIKSHA FOUNDATION  KHEL BIHTA</c:v>
                </c:pt>
                <c:pt idx="1">
                  <c:v>DIKSHA FOUNDATION  KHEL PATNA</c:v>
                </c:pt>
                <c:pt idx="2">
                  <c:v>DIKSHA FOUNDATION SARAI RANJAN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65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AE-4B28-9BAC-3C41491D7D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Grade - 7 - Mathematics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DIKSHA FOUNDATION  KHEL BIHTA</c:v>
                </c:pt>
                <c:pt idx="1">
                  <c:v>DIKSHA FOUNDATION  KHEL PATNA</c:v>
                </c:pt>
                <c:pt idx="2">
                  <c:v>DIKSHA FOUNDATION SARAI RANJAN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52</c:v>
                </c:pt>
                <c:pt idx="1">
                  <c:v>68</c:v>
                </c:pt>
                <c:pt idx="2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AE-4B28-9BAC-3C41491D7D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Grade - 8 - English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DIKSHA FOUNDATION  KHEL BIHTA</c:v>
                </c:pt>
                <c:pt idx="1">
                  <c:v>DIKSHA FOUNDATION  KHEL PATNA</c:v>
                </c:pt>
                <c:pt idx="2">
                  <c:v>DIKSHA FOUNDATION SARAI RANJAN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42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2E-4359-B4D6-B14B34BE51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Grade - 8 - Mathematics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DIKSHA FOUNDATION  KHEL BIHTA</c:v>
                </c:pt>
                <c:pt idx="1">
                  <c:v>DIKSHA FOUNDATION  KHEL PATNA</c:v>
                </c:pt>
                <c:pt idx="2">
                  <c:v>DIKSHA FOUNDATION SARAI RANJAN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</c:v>
                </c:pt>
                <c:pt idx="1">
                  <c:v>66</c:v>
                </c:pt>
                <c:pt idx="2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2E-4359-B4D6-B14B34BE51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Grade - 9 - English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DIKSHA FOUNDATION  KHEL BIHTA</c:v>
                </c:pt>
                <c:pt idx="1">
                  <c:v>DIKSHA FOUNDATION  KHEL PATNA</c:v>
                </c:pt>
                <c:pt idx="2">
                  <c:v>DIKSHA FOUNDATION SARAI RANJAN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43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C0-4FEB-9967-EBCDB1ACCC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Grade - 9 - Mathematics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DIKSHA FOUNDATION  KHEL BIHTA</c:v>
                </c:pt>
                <c:pt idx="1">
                  <c:v>DIKSHA FOUNDATION  KHEL PATNA</c:v>
                </c:pt>
                <c:pt idx="2">
                  <c:v>DIKSHA FOUNDATION SARAI RANJAN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55</c:v>
                </c:pt>
                <c:pt idx="1">
                  <c:v>67</c:v>
                </c:pt>
                <c:pt idx="2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C0-4FEB-9967-EBCDB1ACCC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Grade - 10 - English</c:v>
                </c:pt>
              </c:strCache>
            </c:strRef>
          </c:tx>
          <c:invertIfNegative val="1"/>
          <c:cat>
            <c:strRef>
              <c:f>Sheet1!$A$2:$A$2</c:f>
              <c:strCache>
                <c:ptCount val="1"/>
                <c:pt idx="0">
                  <c:v>DIKSHA FOUNDATION  KHEL PATNA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4-481F-8C5A-4C2F26A6BB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Grade - 10 - Mathematics</c:v>
                </c:pt>
              </c:strCache>
            </c:strRef>
          </c:tx>
          <c:invertIfNegative val="1"/>
          <c:cat>
            <c:strRef>
              <c:f>Sheet1!$A$2:$A$2</c:f>
              <c:strCache>
                <c:ptCount val="1"/>
                <c:pt idx="0">
                  <c:v>DIKSHA FOUNDATION  KHEL PATNA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D4-481F-8C5A-4C2F26A6BB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1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8686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2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8686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3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8686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4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8686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5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8686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8686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7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8686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8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8686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9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8686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10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8686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1 -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The student will be able to give/explain the meaning of words in context.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Q3, Q4, Q5, Q7, Q8, Q9, Q10, Q11, Q12, Q13, Q15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The student will be able to make comparisons within the 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Q6, 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1 -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509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Compare 2-3 objects using terms like tall/short, heavy/light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Q7, Q15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Compares numbers using more, less, and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Match and name basic shapes; use positional words like “on”, “under”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Q8, Q9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Recognize coins and notes through play/poems/stories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Q10, 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Repeat simple AB/ABC patterns using objects, sounds, movements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Sort objects by color, size, shape (2-3 categories)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Understands and applies the concept of 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Use terms like more/less/same up to 5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Q3, 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Use vocabulary: today, tomorrow, yesterday; identify day/night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Q5, 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510">
                <a:tc>
                  <a:txBody>
                    <a:bodyPr/>
                    <a:lstStyle/>
                    <a:p>
                      <a:r>
                        <a:t>Uses symbols ‘+’ and ‘=’ in addition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2 -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The student will be able to comprehend literal information.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The student will be able to give/explain the meaning of words in context.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Q3, Q4, Q5, Q7, Q8, Q9, Q10, Q12, Q14, Q15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The student will be able to make comparisons within the 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Q6, Q11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2 -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t>Compare 2-3 objects using terms like tall/short, heavy/light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Q6, Q15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t>Compares numbers using more, less, and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t>Match and name basic shapes; use positional words like “on”, “under”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Q7, Q8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t>Recognize coins and notes through play/poems/stories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Q9, 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t>Repeat simple AB/ABC patterns using objects, sounds, movements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t>Sort objects by color, size, shape (2-3 categories)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t>Understands and applies the concept of 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t>Understands and performs subtraction using real contexts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t>Use terms like more/less/same up to 5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t>Use vocabulary: today, tomorrow, yesterday; identify day/night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Q4, 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t>Uses symbols ‘+’ and ‘=’ in addition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3 -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Antonym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Q13, Q14, Q15, Q16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The student will be able to give/explain the meaning of words in context.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Q1, Q2, Q3, Q4, Q5, Q6, Q7, Q8, Q9, Q10, Q11, Q12, Q17, Q18, Q19, 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3 -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257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Adds numbers using real objects and illustrations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Adds two-digit numbers using place value and real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Q18, 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Compare 2-3 objects using terms like tall/short, heavy/light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Compares two-digit numbers using place value concepts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Q15, Q16, Q17, Q19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Match and name basic shapes; use positional words like “on”, “under”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Recognize coins and notes through play/poems/stories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Q8, Q13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Repeat simple AB/ABC patterns using objects, sounds, movements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Sort objects by color, size, shape (2-3 categories)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Understands and applies the concept of 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Understands and performs subtraction using real contexts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Use terms like more/less/same up to 5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Use vocabulary: today, tomorrow, yesterday; identify day/night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Q4, 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259">
                <a:tc>
                  <a:txBody>
                    <a:bodyPr/>
                    <a:lstStyle/>
                    <a:p>
                      <a:r>
                        <a:t>Uses symbols ‘+’ and ‘=’ in addition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Q10, Q11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4 -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Noun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Q11, Q12, Q13, 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Punctuation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Q6, Q7, Q8, Q9, 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The student will be able to give/explain the meaning of words in context.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Q16, Q17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Q1, Q2, Q3, Q4, Q5, Q15, Q18, Q19, 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4 -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Arranges numbers in increasing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Q5, 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Compares two-digit numbers using place value concepts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Match and name basic shapes; use positional words like “on”, “under”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Mixed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Pictographs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Recognize coins and notes through play/poems/stories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Solving Multiplication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Understands and applies basic addition and subtraction in money-related contexts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Understands and applies place value using tens and 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Understands and applies the concept of 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Understands and uses place value for two-digit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Q13, 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Use terms like more/less/same up to 5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Use vocabulary: today, tomorrow, yesterday; identify day/night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Q8, Q9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Uses symbols ‘+’ and ‘=’ in addition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5 -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Noun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Q8, Q9, Q10, Q11, Q12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Q4, Q5, 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The student will be able to give/explain the meaning of words in context.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Q7, Q17, Q18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Q1, Q2, Q3, Q13, Q14, Q15, Q16, Q19, 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5 -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257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Addition and 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Q11, Q12, Q13, 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Compares two-digit numbers using place value concepts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Q8, 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Q17, Q18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Fractional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Match and name basic shapes; use positional words like “on”, “under”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Measurement (Weight)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Recognizes and writes numbers up to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Q4, 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Solves simple word problems involving 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Understands and applies the concept of 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t>Use vocabulary: today, tomorrow, yesterday; identify day/night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Q1, 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259">
                <a:tc>
                  <a:txBody>
                    <a:bodyPr/>
                    <a:lstStyle/>
                    <a:p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6 -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Adverb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Antonym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Masculine-Feminine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Noun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Q8, Q19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Parts of Speech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Pronoun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Punctuation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Rhyming 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Root 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Q1, Q9, Q12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The student will be able to identify/explain how meaning is enhanced through choice of words and phrases.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Q2, Q15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The student will be able to make comparisons within the 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Q3, Q17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The student will be able to make inferences from the text/explain and justify inferences with evidence from the 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Verb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6 -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2505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Addition and 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Q6, 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Compares two-digit numbers using place value concepts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Comparing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Conversions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Data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Expanding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Explains regrouping while adding/subtracting 2-digit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Fractional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Identifies and differentiates 2D shapes in real life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Q3, 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Like and Unlike Fractions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Measurement (Weight)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Mixed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Numbers up to 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Perimeters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Right Angles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Shapes and Spatial Understanding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r>
                        <a:t>Solving Multiplication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2510">
                <a:tc>
                  <a:txBody>
                    <a:bodyPr/>
                    <a:lstStyle/>
                    <a:p>
                      <a:r>
                        <a:t>Understands and applies place value using tens and 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7 -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Adjective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Conjunction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Q7, Q10, Q17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Homophone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Q11, Q18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Noun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Pronoun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Punctuation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Q1, Q2, Q3, Q6, Q15, Q16, 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Tense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The student will be able to give/explain the meaning of words in context.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Q8, Q9, Q12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7 -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Addition and 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Q8, Q9, Q11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Comparing Decimals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Concept of Kilogram and Quintal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Differentiates between longer and shorter paths or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Improper and Mixed Fractions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Q12, Q13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Large Numbers in 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Measurement (Length)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Perimeters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Shapes and Spatial Understanding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Solving Multiplication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Understands and applies place value using tens and 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Q1, Q15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Understands and applies the concept of multiplication as repeated 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Q2, 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8 -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Adjective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Conjunction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Q7, Q10, Q17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Homophone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Q11, Q18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Noun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Pronoun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Punctuation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Q1, Q2, Q3, Q6, Q15, Q16, 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Tense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The student will be able to give/explain the meaning of words in context.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Q8, Q9, Q12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8 -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Addition and 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Q8, Q9, Q11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Comparing Decimals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Concept of Kilogram and Quintal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Differentiates between longer and shorter paths or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Improper and Mixed Fractions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Q12, Q13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Large Numbers in 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Measurement (Length)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Perimeters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Shapes and Spatial Understanding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Solving Multiplication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Understands and applies place value using tens and 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Q1, Q15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Understands and applies the concept of multiplication as repeated 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Q2, 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9 -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Adjective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Conjunction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Q7, Q10, Q17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Homophone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Q11, Q18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Noun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Pronoun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Punctuation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Q1, Q2, Q3, Q6, Q15, Q16, 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Tense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The student will be able to give/explain the meaning of words in context.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Q8, Q9, Q12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9 -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Addition and 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Q8, Q9, Q11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Comparing Decimals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Concept of Kilogram and Quintal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Differentiates between longer and shorter paths or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Improper and Mixed Fractions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Q12, Q13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Large Numbers in 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Measurement (Length)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Perimeters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Shapes and Spatial Understanding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Solving Multiplication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Understands and applies place value using tens and 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Q1, Q15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Understands and applies the concept of multiplication as repeated 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Q2, 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10 -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Adjective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Conjunction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Q7, Q10, Q17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Homophone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Q11, Q18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Noun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Pronoun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Punctuation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Q1, Q2, Q3, Q6, Q15, Q16, 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Tense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The student will be able to give/explain the meaning of words in context.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Q8, Q9, Q12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10 -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Performance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Addition and 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Q8, Q9, Q11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Comparing Decimals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Concept of Kilogram and Quintal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Differentiates between longer and shorter paths or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Improper and Mixed Fractions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Q12, Q13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Large Numbers in 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Measurement (Length)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Perimeters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Shapes and Spatial Understanding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Solving Multiplication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Understands and applies place value using tens and 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Q1, Q15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Understands and applies the concept of multiplication as repeated 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Q2, 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 2 - Schoolwise Subject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686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 3 - Schoolwise Subject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686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 4 - Schoolwise Subject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686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 5 - Schoolwise Subject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686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 6 - Schoolwise Subject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686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 7 - Schoolwise Subject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686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 8 - Schoolwise Subject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686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 9 - Schoolwise Subject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686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 10 - Schoolwise Subject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686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2693</Words>
  <Application>Microsoft Office PowerPoint</Application>
  <PresentationFormat>On-screen Show (4:3)</PresentationFormat>
  <Paragraphs>803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 Performance - Grade 1 - English</vt:lpstr>
      <vt:lpstr>Learning Outcome Performance - Grade 1 - Mathematics</vt:lpstr>
      <vt:lpstr>Learning Outcome Performance - Grade 2 - English</vt:lpstr>
      <vt:lpstr>Learning Outcome Performance - Grade 2 - Mathematics</vt:lpstr>
      <vt:lpstr>Learning Outcome Performance - Grade 3 - English</vt:lpstr>
      <vt:lpstr>Learning Outcome Performance - Grade 3 - Mathematics</vt:lpstr>
      <vt:lpstr>Learning Outcome Performance - Grade 4 - English</vt:lpstr>
      <vt:lpstr>Learning Outcome Performance - Grade 4 - Mathematics</vt:lpstr>
      <vt:lpstr>Learning Outcome Performance - Grade 5 - English</vt:lpstr>
      <vt:lpstr>Learning Outcome Performance - Grade 5 - Mathematics</vt:lpstr>
      <vt:lpstr>Learning Outcome Performance - Grade 6 - English</vt:lpstr>
      <vt:lpstr>Learning Outcome Performance - Grade 6 - Mathematics</vt:lpstr>
      <vt:lpstr>Learning Outcome Performance - Grade 7 - English</vt:lpstr>
      <vt:lpstr>Learning Outcome Performance - Grade 7 - Mathematics</vt:lpstr>
      <vt:lpstr>Learning Outcome Performance - Grade 8 - English</vt:lpstr>
      <vt:lpstr>Learning Outcome Performance - Grade 8 - Mathematics</vt:lpstr>
      <vt:lpstr>Learning Outcome Performance - Grade 9 - English</vt:lpstr>
      <vt:lpstr>Learning Outcome Performance - Grade 9 - Mathematics</vt:lpstr>
      <vt:lpstr>Learning Outcome Performance - Grade 10 - English</vt:lpstr>
      <vt:lpstr>Learning Outcome Performance - Grade 10 - Mathematics</vt:lpstr>
      <vt:lpstr>Grade 2 - Schoolwise Subject Performance</vt:lpstr>
      <vt:lpstr>Grade 3 - Schoolwise Subject Performance</vt:lpstr>
      <vt:lpstr>Grade 4 - Schoolwise Subject Performance</vt:lpstr>
      <vt:lpstr>Grade 5 - Schoolwise Subject Performance</vt:lpstr>
      <vt:lpstr>Grade 6 - Schoolwise Subject Performance</vt:lpstr>
      <vt:lpstr>Grade 7 - Schoolwise Subject Performance</vt:lpstr>
      <vt:lpstr>Grade 8 - Schoolwise Subject Performance</vt:lpstr>
      <vt:lpstr>Grade 9 - Schoolwise Subject Performance</vt:lpstr>
      <vt:lpstr>Grade 10 - Schoolwise Subject Performance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Raavi Indu</cp:lastModifiedBy>
  <cp:revision>1</cp:revision>
  <dcterms:created xsi:type="dcterms:W3CDTF">2013-01-27T09:14:16Z</dcterms:created>
  <dcterms:modified xsi:type="dcterms:W3CDTF">2026-02-27T05:13:06Z</dcterms:modified>
  <cp:category/>
</cp:coreProperties>
</file>