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1</a:t>
            </a:r>
          </a:p>
        </p:txBody>
      </p:sp>
      <p:pic>
        <p:nvPicPr>
          <p:cNvPr id="3" name="Picture 2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2</a:t>
            </a:r>
          </a:p>
        </p:txBody>
      </p:sp>
      <p:pic>
        <p:nvPicPr>
          <p:cNvPr id="3" name="Picture 2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3</a:t>
            </a:r>
          </a:p>
        </p:txBody>
      </p:sp>
      <p:pic>
        <p:nvPicPr>
          <p:cNvPr id="3" name="Picture 2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4</a:t>
            </a:r>
          </a:p>
        </p:txBody>
      </p:sp>
      <p:pic>
        <p:nvPicPr>
          <p:cNvPr id="3" name="Picture 2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5</a:t>
            </a:r>
          </a:p>
        </p:txBody>
      </p:sp>
      <p:pic>
        <p:nvPicPr>
          <p:cNvPr id="3" name="Picture 2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6</a:t>
            </a:r>
          </a:p>
        </p:txBody>
      </p:sp>
      <p:pic>
        <p:nvPicPr>
          <p:cNvPr id="3" name="Picture 2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7</a:t>
            </a:r>
          </a:p>
        </p:txBody>
      </p:sp>
      <p:pic>
        <p:nvPicPr>
          <p:cNvPr id="3" name="Picture 2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8</a:t>
            </a:r>
          </a:p>
        </p:txBody>
      </p:sp>
      <p:pic>
        <p:nvPicPr>
          <p:cNvPr id="3" name="Picture 2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9</a:t>
            </a:r>
          </a:p>
        </p:txBody>
      </p:sp>
      <p:pic>
        <p:nvPicPr>
          <p:cNvPr id="3" name="Picture 2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Mastery Levels Analysis - Grade 10</a:t>
            </a:r>
          </a:p>
        </p:txBody>
      </p:sp>
      <p:pic>
        <p:nvPicPr>
          <p:cNvPr id="3" name="Picture 2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6868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1 -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Q4, Q5, Q7, Q8, Q9, Q10, Q11, Q12, Q13,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identify/explain how information/narrative content is related and contributes to meanings as a whole.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make comparisons within the 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retrieve and record information/identify key details from fiction and non-fiction.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1 -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 2-3 objects using terms like tall/short, heavy/light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numbers using more, less, and equal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 coins and notes through play/poems/stories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Q10,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Repeat simple AB/ABC patterns using objects, sounds, movements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Sort objects by color, size, shape (2-3 categories)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terms like more/less/same up to 5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Q5,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Uses symbols ‘+’ and ‘=’ in addition sentences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2 -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comprehend literal information.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Q4, Q5, Q7, Q8, Q9, Q10, Q12, Q14,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identify/explain how information/narrative content is related and contributes to meanings as a whole.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make comparisons within the 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retrieve and record information/identify key details from fiction and non-fiction.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2 -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 2-3 objects using terms like tall/short, heavy/light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numbers using more, less, and equal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 coins and notes through play/poems/stories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Q9,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Repeat simple AB/ABC patterns using objects, sounds, movements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Sort objects by color, size, shape (2-3 categories)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performs subtraction using real contexts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terms like more/less/same up to 5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Q4,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Uses symbols ‘+’ and ‘=’ in addition sentences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3 -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Antonym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Q13, Q14, Q15,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Q4, Q5, Q6, Q7, Q8, Q9, Q10, Q11, Q12, Q17, Q18, Q19,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3 -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Adds numbers using real objects and illustrations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Adds two-digit numbers using place value and real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 2-3 objects using terms like tall/short, heavy/light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two-digit numbers using place value concepts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Q15, Q16, Q17,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 coins and notes through play/poems/stories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Repeat simple AB/ABC patterns using objects, sounds, movements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92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Sort objects by color, size, shape (2-3 categories)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performs subtraction using real contexts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terms like more/less/same up to 5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Q4,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923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Uses symbols ‘+’ and ‘=’ in addition sentences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Q10,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 77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4 -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Q12, Q13,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Q7, Q8, Q9,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Q16,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retrieve and record information/identify key details from fiction and non-fiction.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Q4, Q5, Q15, Q18, Q19,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4 -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Arranges numbers in increasing order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Q5,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two-digit numbers using place value concepts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Estimation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Mixed operations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Pictographs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 coins and notes through play/poems/stories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basic addition and subtraction in money-related contexts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uses place value for two-digit numbers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Q13,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terms like more/less/same up to 5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Uses symbols ‘+’ and ‘=’ in addition sentences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5 -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Q10, Q11,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Q4, Q5,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Q17,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retrieve and record information/identify key details from fiction and non-fiction.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Q13, Q14, Q15, Q16, Q19,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5 -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Q12, Q13,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two-digit numbers using place value concepts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Q17,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Fractional Numbers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Length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Match and name basic shapes; use positional words like “on”, “under”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(Weight)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Multiplication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Recognizes and writes numbers up to 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Q4,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Solves simple word problems involving money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zero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Use vocabulary: today, tomorrow, yesterday; identify day/night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923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6 -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Adverb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Antonym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Masculine-Feminine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Parts of Speech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Rhyming Words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Root Word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Q9,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identify/explain how information/narrative content is related and contributes to meanings as a whole.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identify/explain how meaning is enhanced through choice of words and phrases.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make comparisons within the 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make inferences from the text/explain and justify inferences with evidence from the 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Verb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6 -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6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Compares two-digit numbers using place value concepts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Numbers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Conversions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Data Handling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Expanding Numbers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Explains regrouping while adding/subtracting 2-digit numbers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Fractional Numbers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Identifies and differentiates 2D shapes in real life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Q3,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Like and Unlike Fractions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(Weight)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Mixed operations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Numbers up to 10,000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Right Angles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469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7 -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Adjective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Conjunction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Q10,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Homophone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Q6, Q15, Q16,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Tense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7 -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Decimals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Concept of Kilogram and Quintal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Differentiates between longer and shorter paths or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Improper and Mixed Fractions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Q12,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Large Numbers in Practice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(Length)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multiplication as repeated addition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8 -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Adjective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Conjunction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Q10,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Homophone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Q6, Q15, Q16,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Tense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8 -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Decimals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Concept of Kilogram and Quintal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Differentiates between longer and shorter paths or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Improper and Mixed Fractions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Q12,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Large Numbers in Practice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(Length)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multiplication as repeated addition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9 -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Adjective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32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Conjunction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Q10,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Homophone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Q6, Q15, Q16,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Tense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9 -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Decimals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Concept of Kilogram and Quintal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Differentiates between longer and shorter paths or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Improper and Mixed Fractions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Q12,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50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Large Numbers in Practice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47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(Length)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26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79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multiplication as repeated addition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10 - English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Adjective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Conjunction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Q7, Q10,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Homophone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Q11,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Pronoun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Punctuation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Sentence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Q2, Q3, Q6, Q15, Q16,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86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Tense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The student will be able to give/explain the meaning of words in context.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Q12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67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/>
            </a:pPr>
            <a:r>
              <a:t>Learning Outcome Performance - Grade 10 - Mathematics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10915"/>
              </p:ext>
            </p:extLst>
          </p:nvPr>
        </p:nvGraphicFramePr>
        <p:xfrm>
          <a:off x="457200" y="1371601"/>
          <a:ext cx="437043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2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00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Addition and Subtraction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Q8, Q9, Q11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Capacity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Comparing Decimals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Q18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Concept of Kilogram and Quintal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46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Differentiates between longer and shorter paths or objects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Division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Improper and Mixed Fractions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Q12, Q13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Large Numbers in Practice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Q19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Measurement (Length)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Perimeters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Shapes and Spatial Understanding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Q17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Solving Multiplication problems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Q16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846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place value using tens and ones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Q1, Q15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846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Understands and applies the concept of multiplication as repeated addition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Q2, Q20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4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Weight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t> Q4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 100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Overall Participation</a:t>
            </a:r>
          </a:p>
        </p:txBody>
      </p:sp>
      <p:pic>
        <p:nvPicPr>
          <p:cNvPr id="3" name="Picture 2" descr="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0" y="5029200"/>
            <a:ext cx="2743200" cy="4572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Total Registrations: 484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School-wise Participation</a:t>
            </a:r>
          </a:p>
        </p:txBody>
      </p:sp>
      <p:pic>
        <p:nvPicPr>
          <p:cNvPr id="3" name="Picture 2" descr="schoo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Grade-wise Overall Participation</a:t>
            </a:r>
          </a:p>
        </p:txBody>
      </p:sp>
      <p:pic>
        <p:nvPicPr>
          <p:cNvPr id="3" name="Picture 2" descr="grade_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KHEL Bihta - Grade-wise Participation</a:t>
            </a:r>
          </a:p>
        </p:txBody>
      </p:sp>
      <p:pic>
        <p:nvPicPr>
          <p:cNvPr id="3" name="Picture 2" descr="Diksha_Foundation_KHEL_Biht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KHEL Patna - Grade-wise Participation</a:t>
            </a:r>
          </a:p>
        </p:txBody>
      </p:sp>
      <p:pic>
        <p:nvPicPr>
          <p:cNvPr id="3" name="Picture 2" descr="Diksha_Foundation_KHEL_Patn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Diksha Foundation Sarai Ranjan - Grade-wise Participation</a:t>
            </a:r>
          </a:p>
        </p:txBody>
      </p:sp>
      <p:pic>
        <p:nvPicPr>
          <p:cNvPr id="3" name="Picture 2" descr="Diksha_Foundation_Sarai_Ranjan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3035</Words>
  <Application>Microsoft Office PowerPoint</Application>
  <PresentationFormat>On-screen Show (4:3)</PresentationFormat>
  <Paragraphs>733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 Performance - Grade 1 - English</vt:lpstr>
      <vt:lpstr>Learning Outcome Performance - Grade 1 - Mathematics</vt:lpstr>
      <vt:lpstr>Learning Outcome Performance - Grade 2 - English</vt:lpstr>
      <vt:lpstr>Learning Outcome Performance - Grade 2 - Mathematics</vt:lpstr>
      <vt:lpstr>Learning Outcome Performance - Grade 3 - English</vt:lpstr>
      <vt:lpstr>Learning Outcome Performance - Grade 3 - Mathematics</vt:lpstr>
      <vt:lpstr>Learning Outcome Performance - Grade 4 - English</vt:lpstr>
      <vt:lpstr>Learning Outcome Performance - Grade 4 - Mathematics</vt:lpstr>
      <vt:lpstr>Learning Outcome Performance - Grade 5 - English</vt:lpstr>
      <vt:lpstr>Learning Outcome Performance - Grade 5 - Mathematics</vt:lpstr>
      <vt:lpstr>Learning Outcome Performance - Grade 6 - English</vt:lpstr>
      <vt:lpstr>Learning Outcome Performance - Grade 6 - Mathematics</vt:lpstr>
      <vt:lpstr>Learning Outcome Performance - Grade 7 - English</vt:lpstr>
      <vt:lpstr>Learning Outcome Performance - Grade 7 - Mathematics</vt:lpstr>
      <vt:lpstr>Learning Outcome Performance - Grade 8 - English</vt:lpstr>
      <vt:lpstr>Learning Outcome Performance - Grade 8 - Mathematics</vt:lpstr>
      <vt:lpstr>Learning Outcome Performance - Grade 9 - English</vt:lpstr>
      <vt:lpstr>Learning Outcome Performance - Grade 9 - Mathematics</vt:lpstr>
      <vt:lpstr>Learning Outcome Performance - Grade 10 - English</vt:lpstr>
      <vt:lpstr>Learning Outcome Performance - Grade 10 - Mathematics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Raavi Indu</cp:lastModifiedBy>
  <cp:revision>2</cp:revision>
  <dcterms:created xsi:type="dcterms:W3CDTF">2013-01-27T09:14:16Z</dcterms:created>
  <dcterms:modified xsi:type="dcterms:W3CDTF">2026-02-27T07:45:56Z</dcterms:modified>
  <cp:category/>
</cp:coreProperties>
</file>