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5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2.png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e_1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e_2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e_3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e_4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e_5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e_6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e_7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e_8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e_9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e_10_mast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05050"/>
                </a:solidFill>
              </a:defRPr>
            </a:pPr>
            <a:r>
              <a:t>Note: L is Mastery Level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Q3, Q4, Q5, Q7, Q8, Q9, Q10, Q11, Q12, Q13,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identify/explain how information/narrative content is related and contributes to meanings as a whole.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make comparisons within the 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retrieve and record information/identify key details from fiction and non-fiction.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Q6, 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281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 2-3 objects using terms like tall/short, heavy/light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Compares numbers using more, less, and equal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Match and name basic shapes; use positional words like “on”, “under”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Recognize coins and notes through play/poems/stories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Q10, 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Repeat simple AB/ABC patterns using objects, sounds, movements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Sort objects by color, size, shape (2-3 categories)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zero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terms like more/less/same up to 5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Q3, 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vocabulary: today, tomorrow, yesterday; identify day/night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Q5, 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Uses symbols ‘+’ and ‘=’ in addition sentences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comprehend literal information.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Q3, Q4, Q5, Q7, Q8, Q9, Q10, Q12, Q14,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identify/explain how information/narrative content is related and contributes to meanings as a whole.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make comparisons within the 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retrieve and record information/identify key details from fiction and non-fiction.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Q6, 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 2-3 objects using terms like tall/short, heavy/light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90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Compares numbers using more, less, and equal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Match and name basic shapes; use positional words like “on”, “under”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Q7, Q8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Recognize coins and notes through play/poems/stories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Q9, 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94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Repeat simple AB/ABC patterns using objects, sounds, movements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Sort objects by color, size, shape (2-3 categories)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zero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performs subtraction using real contexts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terms like more/less/same up to 5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vocabulary: today, tomorrow, yesterday; identify day/night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Q4, 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Uses symbols ‘+’ and ‘=’ in addition sentences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Antonym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Q13, Q14, Q15, 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Q4, Q5, Q6, Q7, Q8, Q9, Q10, Q11, Q12, Q17, Q18, Q19,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3584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Adds numbers using real objects and illustrations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Adds two-digit numbers using place value and real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Q18,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 2-3 objects using terms like tall/short, heavy/light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Compares two-digit numbers using place value concepts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Q15, Q16, Q17, 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Match and name basic shapes; use positional words like “on”, “under”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Recognize coins and notes through play/poems/stories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Repeat simple AB/ABC patterns using objects, sounds, movements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Sort objects by color, size, shape (2-3 categories)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zero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performs subtraction using real contexts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terms like more/less/same up to 5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vocabulary: today, tomorrow, yesterday; identify day/night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Q4, 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Uses symbols ‘+’ and ‘=’ in addition sentences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Q10, 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Q11, Q12, Q13, 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Q6, Q7, Q8, Q9, 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Q16, 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retrieve and record information/identify key details from fiction and non-fiction.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Q4, Q5, Q15, Q18, Q19,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4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Arranges numbers in increasing order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Q5, 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Compares two-digit numbers using place value concepts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Estimation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Match and name basic shapes; use positional words like “on”, “under”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Mixed operations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Pictographs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Recognize coins and notes through play/poems/stories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basic addition and subtraction in money-related contexts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zero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uses place value for two-digit numbers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Q13, 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terms like more/less/same up to 5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vocabulary: today, tomorrow, yesterday; identify day/night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Uses symbols ‘+’ and ‘=’ in addition sentences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Q10, Q11, 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Q4, Q5, 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Q7, Q17, 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retrieve and record information/identify key details from fiction and non-fiction.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Q13, Q14, Q15, Q16, Q19,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3584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Q11, Q12, Q13,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Compares two-digit numbers using place value concepts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Q17, 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Fractional Numbers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Length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Match and name basic shapes; use positional words like “on”, “under”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(Weight)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Multiplication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Recognizes and writes numbers up to 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Q4, 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Solves simple word problems involving money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zero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Use vocabulary: today, tomorrow, yesterday; identify day/night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4096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Adverb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Antonym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Masculine-Feminine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Parts of Speech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Pronoun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Rhyming Words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Root Word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Q9, 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identify/explain how information/narrative content is related and contributes to meanings as a whole.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identify/explain how meaning is enhanced through choice of words and phrases.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make comparisons within the 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Q3, 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make inferences from the text/explain and justify inferences with evidence from the 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Verb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4063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Compares two-digit numbers using place value concepts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Comparing Numbers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Conversions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Data Handling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Expanding Numbers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Explains regrouping while adding/subtracting 2-digit numbers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Fractional Numbers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Identifies and differentiates 2D shapes in real life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Q3, 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Like and Unlike Fractions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(Weight)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Mixed operations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Numbers up to 10,000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Perimeters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Right Angles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Shapes and Spatial Understanding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064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Adjective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Conjunction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Q7, Q10, 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Homophone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Q11, 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Pronoun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Q6, Q15, Q16,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Tense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4096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Comparing Decimals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Concept of Kilogram and Quintal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Differentiates between longer and shorter paths or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Improper and Mixed Fractions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Q12, 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Large Numbers in Practice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(Length)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Perimeters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Shapes and Spatial Understanding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multiplication as repeated addition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Adjective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Conjunction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Q7, Q10, 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Homophone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Q11, 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Pronoun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Q6, Q15, Q16,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Tense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4096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Comparing Decimals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Concept of Kilogram and Quintal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Differentiates between longer and shorter paths or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Improper and Mixed Fractions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Q12, 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Large Numbers in Practice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(Length)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Perimeters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Shapes and Spatial Understanding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multiplication as repeated addition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Adjective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Conjunction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Q7, Q10, 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Homophone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Q11, 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Pronoun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Q6, Q15, Q16,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Tense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4096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Comparing Decimals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Concept of Kilogram and Quintal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Differentiates between longer and shorter paths or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Improper and Mixed Fractions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Q12, 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Large Numbers in Practice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(Length)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Perimeters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Shapes and Spatial Understanding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79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multiplication as repeated addition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Adjective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Conjunction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Q7, Q10, 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Homophone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Q11, 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Pronoun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Punctuation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Sentence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Q2, Q3, Q6, Q15, Q16,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Tense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The student will be able to give/explain the meaning of words in context.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280160"/>
          <a:ext cx="7315200" cy="4096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89120"/>
                <a:gridCol w="1463040"/>
                <a:gridCol w="14630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LO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Questions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00000"/>
                          </a:solidFill>
                        </a:defRPr>
                      </a:pPr>
                      <a:r>
                        <a:t>Avg Performance (%)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Addition and Subtraction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Q8, Q9, Q11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Capacity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Comparing Decimals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Concept of Kilogram and Quintal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Differentiates between longer and shorter paths or objects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Division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Improper and Mixed Fractions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Q12, Q13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Large Numbers in Practice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Q19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Measurement (Length)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Perimeters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Shapes and Spatial Understanding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Q17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Solving Multiplication problems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place value using tens and ones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Q1, Q15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Understands and applies the concept of multiplication as repeated addition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Q2, Q20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Q4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00000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verall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KSHA_FOUNDATION__KHEL_BIHTA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KSHA_FOUNDATION__KHEL_PATNA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KSHA_FOUNDATION_SARAI_RANJAN_subjec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verall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0" y="5029200"/>
            <a:ext cx="2743200" cy="45720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Total Registrations: 484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hool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e_overall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ksha_Foundation_KHEL_Bihta_grade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ksha_Foundation_KHEL_Patna_grade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ksha_Foundation_Sarai_Ranjan_grade_particip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98137"/>
            <a:ext cx="6858000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Calibri</vt:lpstr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4</cp:revision>
  <dcterms:modified xsi:type="dcterms:W3CDTF">2026-03-02T07:43:27Z</dcterms:modified>
</cp:coreProperties>
</file>