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1</a:t>
            </a:r>
          </a:p>
        </p:txBody>
      </p:sp>
      <p:pic>
        <p:nvPicPr>
          <p:cNvPr id="3" name="Picture 2" descr="grade_1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2</a:t>
            </a:r>
          </a:p>
        </p:txBody>
      </p:sp>
      <p:pic>
        <p:nvPicPr>
          <p:cNvPr id="3" name="Picture 2" descr="grade_2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3</a:t>
            </a:r>
          </a:p>
        </p:txBody>
      </p:sp>
      <p:pic>
        <p:nvPicPr>
          <p:cNvPr id="3" name="Picture 2" descr="grade_3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4</a:t>
            </a:r>
          </a:p>
        </p:txBody>
      </p:sp>
      <p:pic>
        <p:nvPicPr>
          <p:cNvPr id="3" name="Picture 2" descr="grade_4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5</a:t>
            </a:r>
          </a:p>
        </p:txBody>
      </p:sp>
      <p:pic>
        <p:nvPicPr>
          <p:cNvPr id="3" name="Picture 2" descr="grade_5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6</a:t>
            </a:r>
          </a:p>
        </p:txBody>
      </p:sp>
      <p:pic>
        <p:nvPicPr>
          <p:cNvPr id="3" name="Picture 2" descr="grade_6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7</a:t>
            </a:r>
          </a:p>
        </p:txBody>
      </p:sp>
      <p:pic>
        <p:nvPicPr>
          <p:cNvPr id="3" name="Picture 2" descr="grade_7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8</a:t>
            </a:r>
          </a:p>
        </p:txBody>
      </p:sp>
      <p:pic>
        <p:nvPicPr>
          <p:cNvPr id="3" name="Picture 2" descr="grade_8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9</a:t>
            </a:r>
          </a:p>
        </p:txBody>
      </p:sp>
      <p:pic>
        <p:nvPicPr>
          <p:cNvPr id="3" name="Picture 2" descr="grade_9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10</a:t>
            </a:r>
          </a:p>
        </p:txBody>
      </p:sp>
      <p:pic>
        <p:nvPicPr>
          <p:cNvPr id="3" name="Picture 2" descr="grade_10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1 -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517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Q11, Q12, Q13,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1 -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2 -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773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comprehend literal information.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Q12, Q14,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2 -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3 -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969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Q13, Q14, Q15, 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Q6, Q7, Q8, Q9, Q10, Q11, Q12, Q17, Q18, Q19,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3 -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Adds numbers using real objects and illustrations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Adds two-digit numbers using place value and real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Q15, Q16, Q17, 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4 -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Q7, Q8, Q9, 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Q15, Q18, Q19,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4 -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Arranges numbers in increasing order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Estimation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Pictographs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basic addition and subtraction in money-related contexts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uses place value for two-digit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5 -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Q10, Q11,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Q5, 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Q17,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Q13, Q14, Q15, Q16, Q19,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5 -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Length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Multiplication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Recognizes and writes numbers up to 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Solves simple word problems involving money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6 -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Adverb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Masculine-Feminine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Parts of Speech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Rhyming Words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Root Word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meaning is enhanced through choice of words and phrases.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inferences from the text/explain and justify inferences with evidence from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Verb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6 -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63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Data Handling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Expanding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Explains regrouping while adding/subtracting 2-digit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Identifies and differentiates 2D shapes in real life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Like and Unlike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Numbers up to 10,000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Right Angles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064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7 -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7 -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8 -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8 -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9 -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9 -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10 -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10 -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Overall Subject Performance (All Schools)</a:t>
            </a:r>
          </a:p>
        </p:txBody>
      </p:sp>
      <p:pic>
        <p:nvPicPr>
          <p:cNvPr id="3" name="Picture 2" descr="overall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DIKSHA FOUNDATION  KHEL BIHTA - Subject Performance (All Grades)</a:t>
            </a:r>
          </a:p>
        </p:txBody>
      </p:sp>
      <p:pic>
        <p:nvPicPr>
          <p:cNvPr id="3" name="Picture 2" descr="DIKSHA_FOUNDATION__KHEL_BIHT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DIKSHA FOUNDATION  KHEL PATNA - Subject Performance (All Grades)</a:t>
            </a:r>
          </a:p>
        </p:txBody>
      </p:sp>
      <p:pic>
        <p:nvPicPr>
          <p:cNvPr id="3" name="Picture 2" descr="DIKSHA_FOUNDATION__KHEL_PATN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DIKSHA FOUNDATION SARAI RANJAN - Subject Performance (All Grades)</a:t>
            </a:r>
          </a:p>
        </p:txBody>
      </p:sp>
      <p:pic>
        <p:nvPicPr>
          <p:cNvPr id="3" name="Picture 2" descr="DIKSHA_FOUNDATION_SARAI_RANJAN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Overall Participation</a:t>
            </a:r>
          </a:p>
        </p:txBody>
      </p:sp>
      <p:pic>
        <p:nvPicPr>
          <p:cNvPr id="3" name="Picture 2" descr="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0" y="5029200"/>
            <a:ext cx="2743200" cy="4572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Total Registrations: 484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School-wise Participation</a:t>
            </a:r>
          </a:p>
        </p:txBody>
      </p:sp>
      <p:pic>
        <p:nvPicPr>
          <p:cNvPr id="3" name="Picture 2" descr="schoo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Grade-wise Overall Participation</a:t>
            </a:r>
          </a:p>
        </p:txBody>
      </p:sp>
      <p:pic>
        <p:nvPicPr>
          <p:cNvPr id="3" name="Picture 2" descr="grade_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Diksha Foundation KHEL Bihta - Grade-wise Participation</a:t>
            </a:r>
          </a:p>
        </p:txBody>
      </p:sp>
      <p:pic>
        <p:nvPicPr>
          <p:cNvPr id="3" name="Picture 2" descr="Diksha_Foundation_KHEL_Biht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Diksha Foundation KHEL Patna - Grade-wise Participation</a:t>
            </a:r>
          </a:p>
        </p:txBody>
      </p:sp>
      <p:pic>
        <p:nvPicPr>
          <p:cNvPr id="3" name="Picture 2" descr="Diksha_Foundation_KHEL_Patn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Diksha Foundation Sarai Ranjan - Grade-wise Participation</a:t>
            </a:r>
          </a:p>
        </p:txBody>
      </p:sp>
      <p:pic>
        <p:nvPicPr>
          <p:cNvPr id="3" name="Picture 2" descr="Diksha_Foundation_Sarai_Ranjan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2499</Words>
  <Application>Microsoft Office PowerPoint</Application>
  <PresentationFormat>On-screen Show (4:3)</PresentationFormat>
  <Paragraphs>747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 Performance - Grade 1 - English</vt:lpstr>
      <vt:lpstr>Learning Outcome Performance - Grade 1 - Mathematics</vt:lpstr>
      <vt:lpstr>Learning Outcome Performance - Grade 2 - English</vt:lpstr>
      <vt:lpstr>Learning Outcome Performance - Grade 2 - Mathematics</vt:lpstr>
      <vt:lpstr>Learning Outcome Performance - Grade 3 - English</vt:lpstr>
      <vt:lpstr>Learning Outcome Performance - Grade 3 - Mathematics</vt:lpstr>
      <vt:lpstr>Learning Outcome Performance - Grade 4 - English</vt:lpstr>
      <vt:lpstr>Learning Outcome Performance - Grade 4 - Mathematics</vt:lpstr>
      <vt:lpstr>Learning Outcome Performance - Grade 5 - English</vt:lpstr>
      <vt:lpstr>Learning Outcome Performance - Grade 5 - Mathematics</vt:lpstr>
      <vt:lpstr>Learning Outcome Performance - Grade 6 - English</vt:lpstr>
      <vt:lpstr>Learning Outcome Performance - Grade 6 - Mathematics</vt:lpstr>
      <vt:lpstr>Learning Outcome Performance - Grade 7 - English</vt:lpstr>
      <vt:lpstr>Learning Outcome Performance - Grade 7 - Mathematics</vt:lpstr>
      <vt:lpstr>Learning Outcome Performance - Grade 8 - English</vt:lpstr>
      <vt:lpstr>Learning Outcome Performance - Grade 8 - Mathematics</vt:lpstr>
      <vt:lpstr>Learning Outcome Performance - Grade 9 - English</vt:lpstr>
      <vt:lpstr>Learning Outcome Performance - Grade 9 - Mathematics</vt:lpstr>
      <vt:lpstr>Learning Outcome Performance - Grade 10 - English</vt:lpstr>
      <vt:lpstr>Learning Outcome Performance - Grade 10 - Mathematics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Raavi Indu</cp:lastModifiedBy>
  <cp:revision>1</cp:revision>
  <dcterms:created xsi:type="dcterms:W3CDTF">2013-01-27T09:14:16Z</dcterms:created>
  <dcterms:modified xsi:type="dcterms:W3CDTF">2026-03-02T04:33:32Z</dcterms:modified>
  <cp:category/>
</cp:coreProperties>
</file>