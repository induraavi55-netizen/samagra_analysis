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2"/>
  </p:notes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</p:sldIdLst>
  <p:sldSz cx="9144000" cy="5143500" type="screen16x9"/>
  <p:notesSz cx="6858000" cy="9144000"/>
  <p:embeddedFontLst>
    <p:embeddedFont>
      <p:font typeface="Fraunces 72pt" pitchFamily="2" charset="0"/>
      <p:regular r:id="rId43"/>
      <p:bold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164104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Mastery Levels Analysis - Grade 1</a:t>
            </a:r>
          </a:p>
        </p:txBody>
      </p:sp>
      <p:pic>
        <p:nvPicPr>
          <p:cNvPr id="3" name="Picture 2" descr="grade_1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50876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194218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Mastery Levels Analysis - Grade 2</a:t>
            </a:r>
          </a:p>
        </p:txBody>
      </p:sp>
      <p:pic>
        <p:nvPicPr>
          <p:cNvPr id="3" name="Picture 2" descr="grade_2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111258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Mastery Levels Analysis - Grade 3</a:t>
            </a:r>
          </a:p>
        </p:txBody>
      </p:sp>
      <p:pic>
        <p:nvPicPr>
          <p:cNvPr id="3" name="Picture 2" descr="grade_3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3739" y="206856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Mastery Levels Analysis - Grade 4</a:t>
            </a:r>
          </a:p>
        </p:txBody>
      </p:sp>
      <p:pic>
        <p:nvPicPr>
          <p:cNvPr id="3" name="Picture 2" descr="grade_4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Mastery Levels Analysis - Grade 5</a:t>
            </a:r>
          </a:p>
        </p:txBody>
      </p:sp>
      <p:pic>
        <p:nvPicPr>
          <p:cNvPr id="3" name="Picture 2" descr="grade_5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Mastery Levels Analysis - Grade 6</a:t>
            </a:r>
          </a:p>
        </p:txBody>
      </p:sp>
      <p:pic>
        <p:nvPicPr>
          <p:cNvPr id="3" name="Picture 2" descr="grade_6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Mastery Levels Analysis - Grade 7</a:t>
            </a:r>
          </a:p>
        </p:txBody>
      </p:sp>
      <p:pic>
        <p:nvPicPr>
          <p:cNvPr id="3" name="Picture 2" descr="grade_7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Mastery Levels Analysis - Grade 8</a:t>
            </a:r>
          </a:p>
        </p:txBody>
      </p:sp>
      <p:pic>
        <p:nvPicPr>
          <p:cNvPr id="3" name="Picture 2" descr="grade_8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Mastery Levels Analysis - Grade 9</a:t>
            </a:r>
          </a:p>
        </p:txBody>
      </p:sp>
      <p:pic>
        <p:nvPicPr>
          <p:cNvPr id="3" name="Picture 2" descr="grade_9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Mastery Levels Analysis - Grade 10</a:t>
            </a:r>
          </a:p>
        </p:txBody>
      </p:sp>
      <p:pic>
        <p:nvPicPr>
          <p:cNvPr id="3" name="Picture 2" descr="grade_10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1 -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Q3, Q4, Q5, Q7, Q8, Q9, Q10, Q11, Q12, Q13, 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identify/explain how information/narrative content is related and contributes to meanings as a whole.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make comparisons within the 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Q6, 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1 -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Compare 2-3 objects using terms like tall/short, heavy/light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Q7, 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Compares numbers using more, less, and equal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Recognize coins and notes through play/poems/stories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Q10, 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Repeat simple AB/ABC patterns using objects, sounds, movements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Sort objects by color, size, shape (2-3 categories)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 terms like more/less/same up to 5 objects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Q3, 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Q5, Q6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Uses symbols ‘+’ and ‘=’ in addition sentences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2 -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comprehend literal information.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Q3, Q4, Q5, Q7, Q8, Q9, Q10, Q12, Q14, 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identify/explain how information/narrative content is related and contributes to meanings as a whole.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make comparisons within the 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Q6, 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2 -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Compare 2-3 objects using terms like tall/short, heavy/light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Q6, 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Compares numbers using more, less, and equal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Q7, Q8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Recognize coins and notes through play/poems/stories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Q9, 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Repeat simple AB/ABC patterns using objects, sounds, movements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Sort objects by color, size, shape (2-3 categories)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performs subtraction using real contexts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 terms like more/less/same up to 5 objects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Q4, 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Uses symbols ‘+’ and ‘=’ in addition sentences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3 -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850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Antonym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Q13, Q14, Q15, Q16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Q4, Q5, Q6, Q7, Q8, Q9, Q10, Q11, Q12, Q17, Q18, Q19,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3 -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2916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511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Adds numbers using real objects and illustrations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Adds two-digit numbers using place value and real objects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Q18,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Compare 2-3 objects using terms like tall/short, heavy/light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Compares two-digit numbers using place value concepts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Q15, Q16, Q17, 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Recognize coins and notes through play/poems/stories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Repeat simple AB/ABC patterns using objects, sounds, movements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Sort objects by color, size, shape (2-3 categories)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performs subtraction using real contexts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 terms like more/less/same up to 5 objects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Q4, 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512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Uses symbols ‘+’ and ‘=’ in addition sentences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Q10, 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4 -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Q11, Q12, Q13, 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Q6, Q7, Q8, Q9, Q10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Q16, 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Q4, Q5, Q15, Q18, Q19,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4 -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2916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6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Arranges numbers in increasing order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Q5, Q6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Compares two-digit numbers using place value concepts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Estimation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Mixed operations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Pictographs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Recognize coins and notes through play/poems/stories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basic addition and subtraction in money-related contexts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uses place value for two-digit numbers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Q13, 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 terms like more/less/same up to 5 objects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Uses symbols ‘+’ and ‘=’ in addition sentences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2878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5 -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Q10, Q11, 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Q4, Q5, Q6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Q7, Q17, 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Q13, Q14, Q15, Q16, Q19,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5 -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2916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511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Q11, Q12, Q13,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Compares two-digit numbers using place value concepts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Q10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Q17, 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Fractional Numbers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Length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(Weight)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Multiplication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Recognizes and writes numbers up to 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Q4, 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Solves simple word problems involving money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512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6 -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3693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2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Adverb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Antonym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Masculine-Feminine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Parts of Speech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Rhyming Words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Root Word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Q9, 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identify/explain how information/narrative content is related and contributes to meanings as a whole.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identify/explain how meaning is enhanced through choice of words and phrases.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Q2, 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make comparisons within the 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Q3, 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make inferences from the text/explain and justify inferences with evidence from the 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72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Verb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6 -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2921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3243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Compares two-digit numbers using place value concepts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Numbers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Conversions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Data Handling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Expanding Numbers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Explains regrouping while adding/subtracting 2-digit numbers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Fractional Numbers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Identifies and differentiates 2D shapes in real life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Q3, 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Like and Unlike Fractions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(Weight)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Mixed operations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Numbers up to 10,000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Right Angles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7 -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Adjective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Conjunction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Q7, Q10, 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Homophone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Q11, 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Q6, Q15, Q16,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7 -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2916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2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Decimals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Concept of Kilogram and Quintal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Differentiates between longer and shorter paths or objects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Improper and Mixed Fractions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Q12, 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Large Numbers in Practice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(Length)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multiplication as repeated addition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72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8 -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Adjective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Conjunction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Q7, Q10, 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Homophone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Q11, 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Q6, Q15, Q16,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8 -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2916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2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Decimals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Concept of Kilogram and Quintal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Differentiates between longer and shorter paths or objects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Improper and Mixed Fractions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Q12, 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Large Numbers in Practice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(Length)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multiplication as repeated addition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72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9 -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Adjective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Conjunction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Q7, Q10, 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Homophone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Q11, 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Q6, Q15, Q16,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9 -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2916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2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Decimals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Concept of Kilogram and Quintal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Differentiates between longer and shorter paths or objects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Improper and Mixed Fractions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Q12, 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Large Numbers in Practice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(Length)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multiplication as repeated addition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72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10 -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Adjective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Conjunction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Q7, Q10, 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Homophone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Q11, 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Q6, Q15, Q16,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10 -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2916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2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Decimals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Concept of Kilogram and Quintal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Differentiates between longer and shorter paths or objects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Improper and Mixed Fractions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Q12, 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Large Numbers in Practice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(Length)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multiplication as repeated addition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72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Overall Subject Performance (All Schools)</a:t>
            </a:r>
          </a:p>
        </p:txBody>
      </p:sp>
      <p:pic>
        <p:nvPicPr>
          <p:cNvPr id="3" name="Picture 2" descr="overall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DIKSHA FOUNDATION  KHEL BIHTA - Subject Performance (All Grades)</a:t>
            </a:r>
          </a:p>
        </p:txBody>
      </p:sp>
      <p:pic>
        <p:nvPicPr>
          <p:cNvPr id="3" name="Picture 2" descr="DIKSHA_FOUNDATION__KHEL_BIHTA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DIKSHA FOUNDATION  KHEL PATNA - Subject Performance (All Grades)</a:t>
            </a:r>
          </a:p>
        </p:txBody>
      </p:sp>
      <p:pic>
        <p:nvPicPr>
          <p:cNvPr id="3" name="Picture 2" descr="DIKSHA_FOUNDATION__KHEL_PATNA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DIKSHA FOUNDATION SARAI RANJAN - Subject Performance (All Grades)</a:t>
            </a:r>
          </a:p>
        </p:txBody>
      </p:sp>
      <p:pic>
        <p:nvPicPr>
          <p:cNvPr id="3" name="Picture 2" descr="DIKSHA_FOUNDATION_SARAI_RANJAN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Overall Participation</a:t>
            </a:r>
          </a:p>
        </p:txBody>
      </p:sp>
      <p:pic>
        <p:nvPicPr>
          <p:cNvPr id="3" name="Picture 2" descr="overall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676" y="688495"/>
            <a:ext cx="4396648" cy="36638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0" y="4023137"/>
            <a:ext cx="2743200" cy="4572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Total Registrations: 484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School-wise Participation</a:t>
            </a:r>
          </a:p>
        </p:txBody>
      </p:sp>
      <p:pic>
        <p:nvPicPr>
          <p:cNvPr id="3" name="Picture 2" descr="school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25" y="1032593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Grade-wise Overall Participation</a:t>
            </a:r>
          </a:p>
        </p:txBody>
      </p:sp>
      <p:pic>
        <p:nvPicPr>
          <p:cNvPr id="3" name="Picture 2" descr="grade_overall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Diksha Foundation KHEL Bihta - Grade-wise Participation</a:t>
            </a:r>
          </a:p>
        </p:txBody>
      </p:sp>
      <p:pic>
        <p:nvPicPr>
          <p:cNvPr id="3" name="Picture 2" descr="Diksha_Foundation_KHEL_Bihta_grade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Diksha Foundation KHEL Patna - Grade-wise Participation</a:t>
            </a:r>
          </a:p>
        </p:txBody>
      </p:sp>
      <p:pic>
        <p:nvPicPr>
          <p:cNvPr id="3" name="Picture 2" descr="Diksha_Foundation_KHEL_Patna_grade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Diksha Foundation Sarai Ranjan - Grade-wise Participation</a:t>
            </a:r>
          </a:p>
        </p:txBody>
      </p:sp>
      <p:pic>
        <p:nvPicPr>
          <p:cNvPr id="3" name="Picture 2" descr="Diksha_Foundation_Sarai_Ranjan_grade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2499</Words>
  <Application>Microsoft Office PowerPoint</Application>
  <PresentationFormat>On-screen Show (16:9)</PresentationFormat>
  <Paragraphs>747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Calibri</vt:lpstr>
      <vt:lpstr>Arial</vt:lpstr>
      <vt:lpstr>Fraunces 72pt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5</cp:revision>
  <dcterms:modified xsi:type="dcterms:W3CDTF">2026-03-02T12:02:10Z</dcterms:modified>
</cp:coreProperties>
</file>