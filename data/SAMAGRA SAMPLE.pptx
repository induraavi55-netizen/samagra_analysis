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</p:sldIdLst>
  <p:sldSz cx="9144000" cy="5143500" type="screen16x9"/>
  <p:notesSz cx="6858000" cy="9144000"/>
  <p:embeddedFontLst>
    <p:embeddedFont>
      <p:font typeface="Fraunces 72pt" pitchFamily="2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793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867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5056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661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0685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36869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1 -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95507"/>
            <a:ext cx="6858000" cy="2489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10489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1 -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08" y="1108862"/>
            <a:ext cx="5913384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9226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2 -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87298"/>
            <a:ext cx="6858000" cy="25063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173" y="169962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2 -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410" y="1108862"/>
            <a:ext cx="5331179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11512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3 -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56795"/>
            <a:ext cx="6858000" cy="23673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699" y="155093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3 -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01" y="1108862"/>
            <a:ext cx="4509397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69961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4 -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14439"/>
            <a:ext cx="6858000" cy="26520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608" y="17739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4 -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23" y="1108862"/>
            <a:ext cx="3401353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47659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5 -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39931"/>
            <a:ext cx="6858000" cy="26010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699" y="17739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5 -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754" y="1108862"/>
            <a:ext cx="4554491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173" y="169962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6 -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41" y="1108862"/>
            <a:ext cx="38597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85071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6 -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97" y="1108862"/>
            <a:ext cx="3210206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55093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7 -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71" y="1108862"/>
            <a:ext cx="649325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55093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7 -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41" y="1108862"/>
            <a:ext cx="38597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62527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8 -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71" y="1108862"/>
            <a:ext cx="649325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18483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8 -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41" y="1108862"/>
            <a:ext cx="38597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285071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9 -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71" y="1108862"/>
            <a:ext cx="649325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699" y="169962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9 -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890" y="1108862"/>
            <a:ext cx="3892219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699" y="177396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Learning Outcome Performance - Grade 10 -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89" y="1108862"/>
            <a:ext cx="6714221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173" y="214567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Learning Outcome Performance - Grade 10 -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41" y="1108862"/>
            <a:ext cx="38363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Fraunces 72pt"/>
              </a:rPr>
              <a:t>Overall Subject Performance (All Schools)</a:t>
            </a:r>
          </a:p>
        </p:txBody>
      </p:sp>
      <p:pic>
        <p:nvPicPr>
          <p:cNvPr id="3" name="Picture 2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 KHEL BIHTA - Subject Performance (All Grades)</a:t>
            </a:r>
          </a:p>
        </p:txBody>
      </p:sp>
      <p:pic>
        <p:nvPicPr>
          <p:cNvPr id="3" name="Picture 2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 KHEL PATNA - Subject Performance (All Grades)</a:t>
            </a:r>
          </a:p>
        </p:txBody>
      </p:sp>
      <p:pic>
        <p:nvPicPr>
          <p:cNvPr id="3" name="Picture 2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SARAI RANJAN - Subject Performance (All Grades)</a:t>
            </a:r>
          </a:p>
        </p:txBody>
      </p:sp>
      <p:pic>
        <p:nvPicPr>
          <p:cNvPr id="3" name="Picture 2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Overall Participation</a:t>
            </a:r>
          </a:p>
        </p:txBody>
      </p:sp>
      <p:pic>
        <p:nvPicPr>
          <p:cNvPr id="3" name="Picture 2" descr="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157" y="1088288"/>
            <a:ext cx="3217686" cy="2681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4023137"/>
            <a:ext cx="2743200" cy="4572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Total Registrations: 484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School-wise Participation</a:t>
            </a:r>
          </a:p>
        </p:txBody>
      </p:sp>
      <p:pic>
        <p:nvPicPr>
          <p:cNvPr id="3" name="Picture 2" descr="schoo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Grade-wise Overall Participation</a:t>
            </a:r>
          </a:p>
        </p:txBody>
      </p:sp>
      <p:pic>
        <p:nvPicPr>
          <p:cNvPr id="3" name="Picture 2" descr="grade_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KHEL Bihta - Grade-wise Participation</a:t>
            </a:r>
          </a:p>
        </p:txBody>
      </p:sp>
      <p:pic>
        <p:nvPicPr>
          <p:cNvPr id="3" name="Picture 2" descr="Diksha_Foundation_KHEL_Biht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KHEL Patna - Grade-wise Participation</a:t>
            </a:r>
          </a:p>
        </p:txBody>
      </p:sp>
      <p:pic>
        <p:nvPicPr>
          <p:cNvPr id="3" name="Picture 2" descr="Diksha_Foundation_KHEL_Patn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 72pt"/>
              </a:rPr>
              <a:t>Diksha Foundation Sarai Ranjan - Grade-wise Participation</a:t>
            </a:r>
          </a:p>
        </p:txBody>
      </p:sp>
      <p:pic>
        <p:nvPicPr>
          <p:cNvPr id="3" name="Picture 2" descr="Diksha_Foundation_Sarai_Ranjan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</Words>
  <Application>Microsoft Office PowerPoint</Application>
  <PresentationFormat>On-screen Show (16:9)</PresentationFormat>
  <Paragraphs>51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Fraunces 72pt</vt:lpstr>
      <vt:lpstr>Calibri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4</cp:revision>
  <dcterms:modified xsi:type="dcterms:W3CDTF">2026-05-04T06:11:29Z</dcterms:modified>
</cp:coreProperties>
</file>