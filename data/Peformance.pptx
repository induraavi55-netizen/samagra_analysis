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6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1</a:t>
            </a:r>
          </a:p>
        </p:txBody>
      </p:sp>
      <p:pic>
        <p:nvPicPr>
          <p:cNvPr id="3" name="Picture 2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2</a:t>
            </a:r>
          </a:p>
        </p:txBody>
      </p:sp>
      <p:pic>
        <p:nvPicPr>
          <p:cNvPr id="3" name="Picture 2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3</a:t>
            </a:r>
          </a:p>
        </p:txBody>
      </p:sp>
      <p:pic>
        <p:nvPicPr>
          <p:cNvPr id="3" name="Picture 2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4</a:t>
            </a:r>
          </a:p>
        </p:txBody>
      </p:sp>
      <p:pic>
        <p:nvPicPr>
          <p:cNvPr id="3" name="Picture 2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5</a:t>
            </a:r>
          </a:p>
        </p:txBody>
      </p:sp>
      <p:pic>
        <p:nvPicPr>
          <p:cNvPr id="3" name="Picture 2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6</a:t>
            </a:r>
          </a:p>
        </p:txBody>
      </p:sp>
      <p:pic>
        <p:nvPicPr>
          <p:cNvPr id="3" name="Picture 2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7</a:t>
            </a:r>
          </a:p>
        </p:txBody>
      </p:sp>
      <p:pic>
        <p:nvPicPr>
          <p:cNvPr id="3" name="Picture 2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8</a:t>
            </a:r>
          </a:p>
        </p:txBody>
      </p:sp>
      <p:pic>
        <p:nvPicPr>
          <p:cNvPr id="3" name="Picture 2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9</a:t>
            </a:r>
          </a:p>
        </p:txBody>
      </p:sp>
      <p:pic>
        <p:nvPicPr>
          <p:cNvPr id="3" name="Picture 2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Mastery Levels Analysis - Grade 10</a:t>
            </a:r>
          </a:p>
        </p:txBody>
      </p:sp>
      <p:pic>
        <p:nvPicPr>
          <p:cNvPr id="3" name="Picture 2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1 -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95507"/>
            <a:ext cx="6858000" cy="2489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1 -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08" y="1108862"/>
            <a:ext cx="5913384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2 -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87298"/>
            <a:ext cx="6858000" cy="25063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2 -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410" y="1108862"/>
            <a:ext cx="5331179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3 -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56795"/>
            <a:ext cx="6858000" cy="2367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3 -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301" y="1108862"/>
            <a:ext cx="4509397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4 -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14439"/>
            <a:ext cx="6858000" cy="26520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4 -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323" y="1108862"/>
            <a:ext cx="3401353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5 -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539931"/>
            <a:ext cx="6858000" cy="26010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5 -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754" y="1108862"/>
            <a:ext cx="4554491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6 -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41" y="1108862"/>
            <a:ext cx="385971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6 -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897" y="1108862"/>
            <a:ext cx="3210206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7 -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71" y="1108862"/>
            <a:ext cx="649325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7 -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41" y="1108862"/>
            <a:ext cx="385971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8 -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71" y="1108862"/>
            <a:ext cx="649325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8 -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41" y="1108862"/>
            <a:ext cx="385971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9 -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371" y="1108862"/>
            <a:ext cx="649325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9 -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890" y="1108862"/>
            <a:ext cx="3892219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10 - English</a:t>
            </a:r>
          </a:p>
        </p:txBody>
      </p:sp>
      <p:pic>
        <p:nvPicPr>
          <p:cNvPr id="3" name="Picture 2" descr="qlo_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889" y="1108862"/>
            <a:ext cx="6714221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Learning Outcome Performance - Grade 10 - Mathematics</a:t>
            </a:r>
          </a:p>
        </p:txBody>
      </p:sp>
      <p:pic>
        <p:nvPicPr>
          <p:cNvPr id="3" name="Picture 2" descr="qlo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841" y="1108862"/>
            <a:ext cx="3836318" cy="346321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Overall Subject Performance (All Schools)</a:t>
            </a:r>
          </a:p>
        </p:txBody>
      </p:sp>
      <p:pic>
        <p:nvPicPr>
          <p:cNvPr id="3" name="Picture 2" descr="overall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DIKSHA FOUNDATION  KHEL BIHTA - Subject Performance (All Grades)</a:t>
            </a:r>
          </a:p>
        </p:txBody>
      </p:sp>
      <p:pic>
        <p:nvPicPr>
          <p:cNvPr id="3" name="Picture 2" descr="DIKSHA_FOUNDATION__KHEL_BIHT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DIKSHA FOUNDATION  KHEL PATNA - Subject Performance (All Grades)</a:t>
            </a:r>
          </a:p>
        </p:txBody>
      </p:sp>
      <p:pic>
        <p:nvPicPr>
          <p:cNvPr id="3" name="Picture 2" descr="DIKSHA_FOUNDATION__KHEL_PATN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FFFFFF"/>
                </a:solidFill>
                <a:latin typeface="Fraunces 72pt"/>
              </a:rPr>
              <a:t>DIKSHA FOUNDATION SARAI RANJAN - Subject Performance (All Grades)</a:t>
            </a:r>
          </a:p>
        </p:txBody>
      </p:sp>
      <p:pic>
        <p:nvPicPr>
          <p:cNvPr id="3" name="Picture 2" descr="DIKSHA_FOUNDATION_SARAI_RANJAN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25971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3</cp:revision>
  <dcterms:modified xsi:type="dcterms:W3CDTF">2026-02-27T11:02:03Z</dcterms:modified>
</cp:coreProperties>
</file>