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1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2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3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4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5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6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7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8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9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10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Q4, Q5, Q7, Q8, Q9, Q10, Q11, Q12, Q13,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numbers using more, less, and equal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Q5, 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comprehend literal information.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Q4, Q5, Q7, Q8, Q9, Q10, Q12, Q14,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numbers using more, less, and equal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performs subtraction using real contexts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Antonym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Q13, Q14, Q15, 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Q4, Q5, Q6, Q7, Q8, Q9, Q10, Q11, Q12, Q17, Q18, Q19,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Adds numbers using real objects and illustrations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Adds two-digit numbers using place value and real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Q15, Q16, Q17, 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performs subtraction using real contexts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Q12, Q13,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Q7, Q8, Q9, 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Q4, Q5, Q15, Q18, Q19,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4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Arranges numbers in increasing order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Q5, 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Estimation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Mixed operations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Pictographs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basic addition and subtraction in money-related contexts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uses place value for two-digit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Q10, Q11,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Q5, 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Q17,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Q13, Q14, Q15, Q16, Q19,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Q12, Q13,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Fractional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Length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(Weight)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Multiplication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Recognizes and writes numbers up to 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Solves simple word problems involving money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Adverb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Antonym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Masculine-Feminine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Parts of Speech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Rhyming Words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Root Word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meaning is enhanced through choice of words and phrases.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inferences from the text/explain and justify inferences with evidence from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Verb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4063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Data Handling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Expanding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Explains regrouping while adding/subtracting 2-digit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Fractional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Identifies and differentiates 2D shapes in real life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Like and Unlike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(Weight)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Mixed operations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Numbers up to 10,000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Right Angles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4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erall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KSHA_FOUNDATION__KHEL_BIHT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KSHA_FOUNDATION__KHEL_PATN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KSHA_FOUNDATION_SARAI_RANJAN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3</cp:revision>
  <dcterms:modified xsi:type="dcterms:W3CDTF">2026-02-27T11:02:03Z</dcterms:modified>
</cp:coreProperties>
</file>